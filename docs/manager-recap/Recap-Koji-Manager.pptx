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99</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48</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40</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40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Kôji Signature — utile quand l'accord a été donné oralement, par email ou sur papier. Le devis devient alors immédiatement éligible à la facturation et débloque l'accès normal au chantier lié, exactement comme une signature électronique. Un repère '(manuel)' distingue ce cas d'une vraie signature dans la liste des devis.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2026-08-15T13:26:32Z</dcterms:created>
  <dcterms:modified xsi:type="dcterms:W3CDTF">2026-08-15T13:26:32Z</dcterms:modified>
</cp:coreProperties>
</file>