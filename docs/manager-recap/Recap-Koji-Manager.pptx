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Koji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Koji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113</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58</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44</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58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Identifiant et mot de passe dans le profil client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profil du portail client affiche désormais l'identifiant de connexion (lecture seule) à côté des autres informations, et un champ 'Nouveau mot de passe' (masqué par défaut, avec un œil pour l'afficher/le masquer) permettant au client de changer lui-même son mot de passe — laissé vide, il reste inchangé.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de navigation et pages dédiées dans l'espace client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icône menu (hamburger) en haut à gauche de l'espace client ouvre désormais le même menu tiroir (glissant depuis la gauche) que côté entreprise, avec Accueil / Devis / Chantiers, puis Paramètres / Déconnexion en pied de tiroir — exactement la même disposition que le menu entreprise. L'icône profil en haut à droite mène directement à la page de profil, comme côté entreprise. Nouvelle page 'Devis' listant uniquement les devis signés, chacun téléchargeable en PDF directement (nouvelle route API dédiée au portail client, avec la même vérification de propriété que le reste de l'espace). Nouvelle page 'Chantiers' listant uniquement les chantiers réellement en cours (devis signés), là où la page d'accueil affichait par erreur tous les devis du client, y compris les brouillons, comme s'il s'agissait de chantiers. Page de profil réorganisée : les informations (identifiant, email, coordonnées) sont maintenant groupées proprement dans une seule carte, au lieu d'un agencement cassé avec un grand espace vide.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Renommage de la marque 'Kôji' en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Retrait de l'accent circonflexe sur le O partout où la marque apparaît : logo, PDF (devis, facture, carte de visite), emails, notifications, interface et documents internes.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connexion affiché à côté de l'email professionnel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les coordonnées de l'entreprise, l'email de connexion au compte (lecture seule) apparaît désormais juste avant l'email professionnel, avec une explication : utile quand l'entreprise ne s'est pas inscrite au départ avec son email professionnel et veut que ce soit ce dernier qui figure sur les devis/factures/carte de visite.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Bloc Paramètres commun aux 3 profils (abonnement, langue, mode sombre, sécurité)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Nouveau bloc identique ajouté au profil entreprise, au profil client et au profil ouvrier (nouvel onglet 'Paramètres' ajouté à l'espace ouvrier, qui n'avait pas de profil du tout) : accès rapide à l'abonnement, sélecteur de langue, bascule clair/sombre, et une section Sécurité avec 'Signaler un problème technique' (formulaire envoyé et conservé côté serveur), 'Aide' (nouvelle page FAQ/contact) et 'Mentions légales &amp; politiques' (nouvelle page, contenu explicitement marqué comme brouillon à faire valider). Mode sombre : bascule fonctionnelle et mémorisée, assombrit le fond général de l'application et les nouveaux éléments (bloc Paramètres, pages Aide/Mentions légales) ; les autres cartes existantes de l'application restent en clair pour l'instant — les assombrir une par une sans casser la lisibilité du texte est un chantier plus large, distinct de cette livraison.</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bloc Paramètres avec le même style de carte que le reste de la page entreprise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profil entreprise, Abonnement / Langue / Apparence / Sécurité reprennent maintenant exactement le même style de carte (titre, description, bouton) que les sections déjà existantes (Signatures, Carte de visite, Tarification, Métiers...), au lieu d'une présentation différente — toute la page se lit comme une seule liste cohérente.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des pages Profil et Paramètres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'Profil' (raison sociale, coordonnées, signatures, carte de visite, tarification, métiers, banque, conditions de paiement pour l'entreprise ; identifiant, coordonnées et mot de passe pour le client) et 'Paramètres' (abonnement, langue, apparence, sécurité) sont désormais deux pages distinctes plutôt qu'une seule page mélangeant les deux, avec chacune sa propre entrée dans le menu (nouvelle entrée 'Profil' ajoutée au tiroir de navigation entreprise et client). Coté ouvrier, non concerné pour l'instant : il n'existe pas encore de page Profil éditable, seulement l'onglet Paramètres.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44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Koji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Koji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Koji Web — Récapitulatif technique</dc:title>
  <dc:subject>PptxGenJS Presentation</dc:subject>
  <dc:creator>Équipe développement Koji Web</dc:creator>
  <cp:lastModifiedBy>Équipe développement Koji Web</cp:lastModifiedBy>
  <cp:revision>1</cp:revision>
  <dcterms:created xsi:type="dcterms:W3CDTF">2026-08-19T12:51:01Z</dcterms:created>
  <dcterms:modified xsi:type="dcterms:W3CDTF">2026-08-19T12:51:01Z</dcterms:modified>
</cp:coreProperties>
</file>