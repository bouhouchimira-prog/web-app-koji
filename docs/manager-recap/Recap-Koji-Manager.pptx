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KOJI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Koji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Koji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111</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56</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44</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56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Identifiant et mot de passe dans le profil client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profil du portail client affiche désormais l'identifiant de connexion (lecture seule) à côté des autres informations, et un champ 'Nouveau mot de passe' (masqué par défaut, avec un œil pour l'afficher/le masquer) permettant au client de changer lui-même son mot de passe — laissé vide, il reste inchangé.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de navigation et pages dédiées dans l'espace client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icône menu (hamburger) en haut à gauche de l'espace client ouvre désormais le même menu tiroir (glissant depuis la gauche) que côté entreprise, avec Accueil / Devis / Chantiers, puis Paramètres / Déconnexion en pied de tiroir — exactement la même disposition que le menu entreprise. L'icône profil en haut à droite mène directement à la page de profil, comme côté entreprise. Nouvelle page 'Devis' listant uniquement les devis signés, chacun téléchargeable en PDF directement (nouvelle route API dédiée au portail client, avec la même vérification de propriété que le reste de l'espace). Nouvelle page 'Chantiers' listant uniquement les chantiers réellement en cours (devis signés), là où la page d'accueil affichait par erreur tous les devis du client, y compris les brouillons, comme s'il s'agissait de chantiers. Page de profil réorganisée : les informations (identifiant, email, coordonnées) sont maintenant groupées proprement dans une seule carte, au lieu d'un agencement cassé avec un grand espace vide.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devis devient le point d'entrée de l'accueil</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gros bouton d'action de la page d'accueil ('+') pointe maintenant vers la création d'un devis au lieu d'un chantier, et l'ordre des sections a été inversé : Devis en cours avant Chantiers, Interventions en dernier.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vers Factures apres transformation d'un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'Transformer ce devis en facture' ouvrait directement le PDF dans un nouvel onglet. Il renvoie maintenant vers la page Factures, avec la facture nouvellement créée déjà sélectionnée, pour la télécharger ou l'envoyer depuis cette page plutôt que depuis un PDF isolé.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'Devis signés' devient 'Mes factures'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Renommage du titre de section et du message d'état vide sur la page Factures pour parler de factures plutôt que de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Renommage de la marque 'Kôji' en 'Koji'</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Retrait de l'accent circonflexe sur le O partout où la marque apparaît : logo, PDF (devis, facture, carte de visite), emails, notifications, interface et documents internes.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connexion affiché à côté de l'email professionnel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les coordonnées de l'entreprise, l'email de connexion au compte (lecture seule) apparaît désormais juste avant l'email professionnel, avec une explication : utile quand l'entreprise ne s'est pas inscrite au départ avec son email professionnel et veut que ce soit ce dernier qui figure sur les devis/factures/carte de visite.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Bloc Paramètres commun aux 3 profils (abonnement, langue, mode sombre, sécurité)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Nouveau bloc identique ajouté au profil entreprise, au profil client et au profil ouvrier (nouvel onglet 'Paramètres' ajouté à l'espace ouvrier, qui n'avait pas de profil du tout) : accès rapide à l'abonnement, sélecteur de langue, bascule clair/sombre, et une section Sécurité avec 'Signaler un problème technique' (formulaire envoyé et conservé côté serveur), 'Aide' (nouvelle page FAQ/contact) et 'Mentions légales &amp; politiques' (nouvelle page, contenu explicitement marqué comme brouillon à faire valider). Mode sombre : bascule fonctionnelle et mémorisée, assombrit le fond général de l'application et les nouveaux éléments (bloc Paramètres, pages Aide/Mentions légales) ; les autres cartes existantes de l'application restent en clair pour l'instant — les assombrir une par une sans casser la lisibilité du texte est un chantier plus large, distinct de cette livraison.</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Contacts (liste, fiche, historique)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'Contacts' dans le menu. Recherche par nom/société/téléphone/email/adresse, filtres par rôle (Tous/Clients/Prospects/Équipe/Sous-traitants/Architectes/Fournisseurs). Chaque fiche affiche l'historique complet et cliquable des devis, chantiers, factures et rapports d'intervention liés, avec statut et montant. Avertissement non bloquant si un contact similaire (même email/téléphone/SIRET) existe déjà à la création. Un contact avec des documents liés ne peut pas être supprimé, seulement archivé — il disparaît des listes mais son historique reste intact et consultable.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44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Koji Signature. Une fenêtre demande le motif — acceptation verbale ou acompte versé — avec une précision libre optionnelle (montant, date...). Le devis devient alors immédiatement éligible à la facturation et débloque l'accès normal au chantier lié, exactement comme une signature électronique. Un repère (verbal / acompte) distingue ce cas d'une vraie signature dans la liste des devis.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calcul correcte pour les majorations (coordination, aléas, assurance)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coordination de chantier et la provision pour aléas se calculaient déjà, comme il se doit, uniquement sur le total des lots. L'assurance décennale utilisait à tort la même base, alors qu'elle doit porter sur le chiffrage total de l'affaire HT (lots + coordination + provision aléas + toute ligne précédente). Chaque ligne de majoration a maintenant un menu 'Base' — 'Total des lots' ou 'Chiffrage cumulé' — pour choisir explicitement sa base de calcul, réglé sur cumulé par défaut pour l'assurance décennale ; utile si d'autres lignes cumulatives sont ajoutées plus tard. Corrigé dans le calcul du devis, le PDF et l'export Word, qui utilisaient chacun leur propre logique.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Koji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Fusion des connexions Client et Ouvrier en un seul onglet 'Particulier'</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connexion avait 3 onglets (Entreprise / Client / Ouvrier). Client et Ouvrier sont désormais réunis dans un seul onglet 'Particulier' : la personne saisit son identifiant une seule fois, et l'application détecte automatiquement s'il s'agit d'un compte client ou d'un compte ouvrier pour l'envoyer vers le bon espace. Les deux vérifications de mot de passe (avec leur limitation anti-force-brute respective) restent distinctes en coulisses, seul le point d'entrée est unifié.</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Fondations du module Contacts (base de données)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entité Contact centrale (particulier ou société, plusieurs rôles cumulables : client, prospect, équipe, sous-traitant, architecte, fournisseur, société donneuse d'ordre, autre), avec une table de liaison pour les intervenants par chantier (rôle propre à chaque chantier, indépendant du rôle général de la fiche). Devis, factures et rapports d'intervention peuvent désormais pointer vers une fiche contact, sans qu'aucune migration de base de données ne soit nécessaire. Les coordonnées déjà copiées sur un devis/facture envoyé restent inchangées même si la fiche contact est modifiée ensuite. Etape technique invisible pour l'instant : l'interface (page Contacts, sélection dans les formulaires) arrive dans la foulée.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d'une erreur console en développement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serveur de développement (Turbopack) affichait une erreur liée a la politique de sécurité du contenu (CSP) durcie lors de l'audit sécurité — celle-ci bloquait une fonctionnalité de débogage propre au mode développement. Corrigé sans rien changer à la sécurité de la version en production.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Koji Web — Récapitulatif technique</dc:title>
  <dc:subject>PptxGenJS Presentation</dc:subject>
  <dc:creator>Équipe développement Koji Web</dc:creator>
  <cp:lastModifiedBy>Équipe développement Koji Web</cp:lastModifiedBy>
  <cp:revision>1</cp:revision>
  <dcterms:created xsi:type="dcterms:W3CDTF">2026-08-19T12:23:43Z</dcterms:created>
  <dcterms:modified xsi:type="dcterms:W3CDTF">2026-08-19T12:23:43Z</dcterms:modified>
</cp:coreProperties>
</file>