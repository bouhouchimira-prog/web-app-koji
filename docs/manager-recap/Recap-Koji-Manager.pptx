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KÔJI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Kôji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Kôji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100</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48</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41</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48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41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Kôji Signature. Une fenêtre demande le motif — acceptation verbale ou acompte versé — avec une précision libre optionnelle (montant, date...). Le devis devient alors immédiatement éligible à la facturation et débloque l'accès normal au chantier lié, exactement comme une signature électronique. Un repère (verbal / acompte) distingue ce cas d'une vraie signature dans la liste des devis.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calcul correcte pour les majorations (coordination, aléas, assurance)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coordination de chantier et la provision pour aléas se calculaient déjà, comme il se doit, uniquement sur le total des lots. L'assurance décennale utilisait à tort la même base, alors qu'elle doit porter sur le chiffrage total de l'affaire HT (lots + coordination + provision aléas + toute ligne précédente). Une case 'Cumulé' sur chaque ligne de majoration permet désormais de choisir sa base de calcul ; cochée par défaut sur l'assurance décennale. Corrigé dans le calcul du devis, le PDF et l'export Word, qui utilisaient chacun leur propre logique.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Kôji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Kôji Web — Récapitulatif technique</dc:title>
  <dc:subject>PptxGenJS Presentation</dc:subject>
  <dc:creator>Équipe développement Kôji Web</dc:creator>
  <cp:lastModifiedBy>Équipe développement Kôji Web</cp:lastModifiedBy>
  <cp:revision>1</cp:revision>
  <dcterms:created xsi:type="dcterms:W3CDTF">2026-08-16T15:52:58Z</dcterms:created>
  <dcterms:modified xsi:type="dcterms:W3CDTF">2026-08-16T15:52:58Z</dcterms:modified>
</cp:coreProperties>
</file>