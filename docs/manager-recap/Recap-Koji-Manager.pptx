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136</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68</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57</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68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Commencer le chantier depuis l'editeur de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fois un devis signe, un bouton 'Commencer le chantier' apparait a cote de 'Envoyer'/'Transformer en facture' et renvoie directement vers le suivi du chantier correspondant, sans avoir a le chercher separement dans Chantiers.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entierement cliquable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fiche d'un ouvrage (equipe assignee, dates de debut/fin, prix valide), chaque ligne est desormais cliquable : equipe et dates ouvrent directement le formulaire de planification, prix et reference renvoient vers le devis pour le modifier. Le mot de passe de chaque ouvrier selectionnable dans la planification s'affiche aussi directement (il etait deja cree automatiquement a l'ajout de l'ouvrier dans Equipe, et son espace ouvrier ne montre deja que ses propres taches, sur tous ses chantiers).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Boutons Securite des Parametres empiles verticalement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carte 'Securite' des Parametres (profil entreprise), les trois boutons 'Signaler un probleme technique', 'Aide' et 'Mentions legales &amp; politiques' etaient cote a cote sur une meme ligne : ils sont desormais empiles verticalement, chacun sur sa propre ligne, pour rester lisibles quel que soit la largeur d'ecran.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Parametres &gt; Abonnement : coordonnees bancaires retirees de la page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Parametres &gt; Abonnement affichait aussi un formulaire IBAN/BIC/Titulaire/Conditions de paiement, en double avec celui deja present dans Profil. Retire pour ne garder que l'abonnement (formule actuelle, option Site web, Marketplace, gestion de l'abonnement) ; les coordonnees bancaires restent modifiables depuis Profil, ou elles servent (affichees sur les devis/factures).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Echanges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Onglet Echange ajoute pour le client et l'ouvrier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nouvel onglet 'Echange' apparait dans le menu du client (a cote d'Accueil/Devis/Chantiers) et dans la barre de l'ouvrier (a la place de 'Notifications') : il regroupe l'historique de leurs alertes (reponses de l'entreprise, demarrage de chantier, validations...).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Chiffre d'affaires transformee en detail depliable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la page d'accueil, la carte 'Chiffre d'affaires' n'affiche plus rien par defaut : il faut l'ouvrir (clic) pour voir le detail complet -- montant facture en haut, depenses detaillees par categorie (fournitures, main d'oeuvre, sous-traitance, tickets, autres frais) avec un total, le net gagne (facture moins depenses), les devis en attente de signature, et les devis refuses. Au passage, 'en attente de signature' representait auparavant un calcul different (facture restant a emettre) qui ne correspondait pas a son propre intitule -- corrige pour vraiment compter les devis envoyes au client et pas encore signes. A noter : aucun mecanisme ne permet encore a un client de refuser explicitement un devis (le lien de signature ne propose que signer) -- le chiffre 'refuses' reprend pour l'instant les devis annules manuellement, en attendant une vraie fonctionnalite de refus cote client si souhaitee.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Chiffre d'affaires: page dediee au lieu d'un depliant sur place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la pastille 'Chiffre d'affaires' de l'accueil ouvre desormais une page separee (/chiffre-affaires) avec le detail complet, plutot que de deplier le contenu sur la meme page. Icone changee pour un symbole euro (au lieu d'un symbole dollar par erreur), et couleurs de la pastille rendues plus vives (degrade bleu-violet avec accent dore) suite a son retour sur le design precedent.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Connexion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Onglet Particulier retire de la page de connexion, teaser Radar des Chantiers a la place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L'onglet 'Particulier' (acces client + ouvrier) n'est plus affiche en avant-plan sur la page de connexion, en preparation du repositionnement de ce profil autour du futur module grand public 'Koji'. Le code et le fonctionnement restent intacts : un lien direct (?type=particulier ou ?type=ouvrier, celui deja envoye avec les identifiants) continue de fonctionner normalement pour les clients et ouvriers existants. A sa place, une carte degradee bleu-violet annonce 'Radar des Chantiers' avec un slogan et un badge 'Bientot disponible'.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57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Acces client (identifiant + mot de passe) fiabilise a la signature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l'identifiant et le mot de passe donnes au client pour suivre son chantier n'etaient crees que si le client remplissait lui-meme son email/telephone sur le formulaire de signature Koji Signature (facultatif) -- et jamais du tout quand le devis etait marque 'accepte manuellement' (signature en personne/verbale). Desormais : accepter un devis manuellement cree aussi cet acces (a partir de l'email/telephone deja renseigne sur le devis), et pour un chantier deja signe qui n'en a toujours pas, une nouvelle carte sur la fiche chantier permet de saisir l'email ou le telephone du client et de creer l'acces a la demande.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Un devis signe sans chantier lie ne disparaissait plus dans le vide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Bug trouve : un devis cree hors du parcours 'nouveau chantier' (par exemple depuis la liste generale des devis) n'etait rattache a aucun chantier ; le signer (signature client ou acceptation manuelle) ne creait alors rien et le devis restait introuvable dans Chantiers, sans aucune erreur. Corrige : signer un devis sans chantier lie en cree desormais un automatiquement. Deux devis deja signes dans ce cas (comptes existants) ont ete corriges directement en base.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Paiement Stripe branche pour les abonnements Koji GO / Premium / Business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clients peuvent desormais reellement payer un abonnement : page /abonnement avec choix mensuel/annuel (2 mois offerts a l'annee) qui ouvre un paiement securise Stripe (page hebergee Stripe, aucune donnee de carte bancaire geree par Koji) ; une fois paye, la formule est suivie automatiquement (webhook Stripe) et les vraies limites s'appliquent (ex. 4 devis/mois pour Koji GO) ; depuis Parametres &gt; Abonnement, un bouton 'Gerer mon abonnement' ouvre l'espace client Stripe (changer de carte, telecharger les factures, resilier). Les comptes crees avant ce changement gardent un acces illimite (marques 'grandfathered'), seuls les nouveaux comptes sont desormais reellement en periode d'essai limitee tant qu'ils n'ont pas souscrit. Necessite la creation d'un compte Stripe et quelques cles a renseigner (voir guide fourni) avant d'etre actif en production.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a une formule unique Koji Pro + option Site web</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3 formules (GO/Premium/Business) sont remplacees par une formule unique 'Koji Pro' qui inclut tout : chantiers et devis illimites, suivi de chantiers, suivi des travaux et de l'equipe, pointage, calendrier, generation PDF/Word, signature electronique, facturation, espace client dedie, bibliotheque d'ouvrages, et carte de visite Koji offerte. Une option payante 'Site web Koji' (14,99 euros/mois, ou tarif annuel equivalent) peut etre ajoutee a la souscription ou plus tard depuis Parametres &gt; Abonnement ; elle apparait comme une ligne separee sur la facture Stripe. La Marketplace est affichee comme 'Bientot disponible' (prix non defini, pas encore vendable). Tarif de lancement propose : 49,99 euros/mois (a ajuster librement avant la mise en route, un seul chiffre a changer dans le script de configuration).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Support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Adresse contact@kojibuild.com branchee sur Aide et les signalements techniques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L'adresse contact@kojibuild.com (destinee a recevoir les reclamations et demandes d'aide) remplace le placeholder contact@koji.app sur la page Aide et sur le bouton 'Contactez-nous' de l'abonnement (comptes particulier/ouvrier). Nouveaute : quand un utilisateur (entreprise, client ou ouvrier) utilise 'Signaler un probleme technique' dans Parametres, un email est desormais envoye automatiquement a contact@kojibuild.com avec le message, la page d'origine et le type de compte, en plus de l'enregistrement existant ; auparavant le signalement restait invisible tant que personne n'allait le consulter manuellement dans les donnees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signalement technique enrichi (qui, quelle entreprise, reponse directe)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L'email envoye a contact@kojibuild.com quand quelqu'un utilise 'Signaler un probleme technique' contient desormais le nom et l'email de la personne, le nom de l'entreprise (y compris pour un ouvrier, celle qui l'emploie), la page d'origine et le type de compte, en plus du message. Repondre directement a cet email (fonction 'Repondre' de la messagerie) contacte la personne, sans avoir a chercher son adresse ailleurs.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Echanges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alertes client/ouvrier ramenent desormais a l'ouvrage precis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Quand un client ou un ouvrier envoie un message, une reclamation ou signale un retard sur un ouvrage, l'entreprise recevait deja une alerte (deja en place), mais elle renvoyait seulement vers le chantier en general. Elle pointe maintenant directement vers l'ouvrage concerne, deja ouvert.</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Radar des 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Dictionnaire de vocabulaire metier pour l'assistant de creation d'offre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 parcours 'Creer une offre' (assistant conversationnel), taper un seul mot de metier ('electricite', 'plomberie', 'climatisation'...) n'etait pas reconnu : l'assistant le jugeait trop vague et redemandait de preciser en boucle. Il reconnait desormais ces mots instantanement et adapte la suite des questions au metier concerne. Trois metiers ajoutes au passage (Macon, Chauffagiste, Climaticien), qui n'existaient pas encore dans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L'assistant demande desormais quel metier est concerne si plusieurs sont evoques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Quand un client decrit un projet touchant plusieurs corps de metier a la fois (ex: 'carrelage et plomberie'), l'assistant proposait auparavant de deviner via l'IA sans jamais demander confirmation. Il propose maintenant les metiers reconnus en boutons a choisir, avec une option 'Autre, precisez' si aucun ne correspond.</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Confirmation demandee si l'adresse tapee ne precise pas la ville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numero et une rue reconnus par le service d'adresses peuvent correspondre a une ville que le client n'a jamais tapee (ex: '98 quai de la loire' se resout a Paris sans que 'Paris' soit ecrit). Avant, cette ville devinee etait validee silencieusement. L'assistant demande desormais confirmation avant de continuer.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tout premier message du client est mieux compris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message trop vague pour decrire un projet ('offre', 'bonjour', 'test'...) relance desormais une demande de precision au lieu d'etre accepte tel quel comme description du projet. A l'inverse, les questions de logistique qui n'ont pas de sens pour le projet decrit (l'ascenseur pour un rez-de-chaussee, les dimensions pour une simple reparation) sont sautees automatiquement.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Radar des 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Questions ciblees sur la nature des travaux avant les questions de logistique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Des que le metier est identifie, l'assistant pose jusqu'a 3 questions specifiques a ce metier (ex: pour de la climatisation, quel type d'installation) avant d'enchainer sur les questions habituelles (adresse, etage, dimensions...). Les reponses possibles sont proposees en boutons quand c'est pertinent, avec toujours une option pour preciser librement.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Une reponse trop vague a une question relance desormais une precision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les questions a choix (etage, acces, stationnement, etat de la piece...), une reponse tapee a la main mais trop approximative ('assez facile je pense') etait acceptee telle quelle. L'assistant redemande maintenant une precision, en reproposant les memes choix, plutot que d'avancer avec une information peu fiable.</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2026-09-29T11:48:02Z</dcterms:created>
  <dcterms:modified xsi:type="dcterms:W3CDTF">2026-09-29T11:48:02Z</dcterms:modified>
</cp:coreProperties>
</file>