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96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C9A9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KÔJI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Kôji Web — Récapitulatif technique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9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Développement produit — Frontend, Backend &amp; Base de données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Juin - Juillet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0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Préparé pour : Management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263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0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Préparé par : Équipe développement Kôji Web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Vue d'ensemble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Juin - Juillet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Mises à jour livrées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69164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7472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69164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21792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69680" y="15544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69164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96112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données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Faits marquants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3749040"/>
            <a:ext cx="108813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progressive vers Supabase : devis, chantiers, planning et fournitures désormais partagés avec l'application mobile.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Nouveau module Planning / pointage des heures : suivi du temps, alertes automatiques, export PDF pour la paie et la comptabilité.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Ouverture complète des espaces Client particulier et Ouvrier (suivi, notifications, réclamations, alertes urgentes).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et fiabilisation du backend : correction de plusieurs routes critiques restées sur l'ancienne base de données locale.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9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 et expérience utilisateur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B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mise(s) à jour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5EDF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D6F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Sous-ouvrages dans le devis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Ajout des sous-ouvrages avec le même design que l'ouvrage parent, et un bouton d'ajout repensé (style pointillé).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Refonte de l'ouvrage au forfait et des fournitures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 des montants, sous-totaux par pièce, auto-remplissage des fournitures associées.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16052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7024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Fiabilité du formulaire devis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61772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brouillon se vide au démarrage d'un nouveau chantier ; les valeurs saisies ne se réinitialisent plus involontairement.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539496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539496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50468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Séparation Historique / Éditeur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585216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menu Devis ramène toujours vers l'historique des devis plutôt que vers la création directe d'un nouveau devis.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5EDF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D6F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Devis (suite)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Réorganisation des lots et des ouvrages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Flèches pour monter/descendre un ouvrage dans un lot, et pour réordonner les lots eux-mêmes ; le lot reste ouvert après ajout d'une fourniture.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Bibliothèque d'ouvrages : famille libre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champ Famille permet de taper une nouvelle famille (ex. Métallurgie) en plus de choisir dans la liste existante.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5EDF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D6F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Chantiers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Écran de choix avant signature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Avant signature du devis, l'entreprise choisit entre 'Modifier le devis' et 'Commencer le chantier' au lieu d'atterrir directement sur le suivi.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Retour automatique depuis Équipe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bouton 'Ajouter dans Équipe' depuis la planification d'un ouvrage ramène exactement à la même fenêtre une fois le personnel ajouté.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16052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7024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ouvrage enrichie (prix, dépenses, marge)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61772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Affichage du prix validé par le client, calcul automatique des dépenses et de la marge par ouvrage, bouton d'ajout rapide (équipe / dépense / note), et récapitulatif automatique des dépenses au niveau du chantier.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539496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539496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50468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Persistance de la navigation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585216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rafraîchissement de page (F5) ne ramène plus à l'écran de départ : le chantier et l'ouvrage consultés restent affichés (état conservé dans l'URL).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5EDF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D6F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Équipe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Édition complète de l'équipe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Gestion des entreprises/SIRET pour les sous-traitants, liens multiples vers chantiers/devis/ouvrages, avec notifications automatiques lors de l'affectation.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Nouvelle carte d'ajout (design)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bouton 'Ajouter des personnels' devient un bouton flottant qui ouvre une carte animée avec 3 choix : Ouvrier, Sous-traitant, Planning.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16052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7024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Planning / pointage des heures (nouveau)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61772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Nouvel espace complet : liste des ouvriers avec badge d'heures de la semaine (vert/orange/rouge), détail hebdomadaire par ouvrier, ajout manuel de pointages, navigation semaine par semaine.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539496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539496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50468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Espace ouvrier : pointage de la journée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585216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Nouvel onglet 'Pointage' dans le portail ouvrier : début/fin de journée en un clic, avec récapitulatif de la semaine en cours.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5EDF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D6F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Équipe (suite)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Calendrier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Cartes et tâches cliquables, édition d'un événement directement depuis sa fiche.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5EDF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D6F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Notifications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déroulant sur la cloche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Affiche les 5 dernières notifications sans quitter la page en cours, avec un lien vers la liste complète.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Renvoi des identifiants client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Boutons pour renvoyer l'accès client par email ou WhatsApp, tableau d'informations avec icônes et boutons 'Copier'.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16052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7024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détail centrée et redessinée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61772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fiche de détail d'une notification est centrée sur la page, avec un tableau d'informations clarifié.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539496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539496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50468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Correction de la route d'ouverture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585216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Cliquer sur une notification depuis le menu déroulant ouvrait le devis lié au lieu de sa fiche de détail — corrigé, avec icône par type, heure relative et point 'non lu'.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5EDF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D6F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Signature &amp; portails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Espace client particulier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Suivi de chantier, centre de notifications et réponses aux messages de l'entreprise, avec fil de discussion.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Espace ouvrier complet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Accueil (chantiers actifs, tâches du jour), archives, notifications, réclamations, signalement de retard et alerte urgente avec choix du type d'incident.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5EDF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D6F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Accueil &amp; stabilité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Refonte de la page d'accueil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de bienvenue personnalisé ('Bonjour [Nom]'), ajout rapide (tâche/RDV/dépense/note), alertes urgentes, reprise d'un devis brouillon en un clic.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Compatibilité Safari / iOS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barre d'adresse de Safari mobile masquait parfois le bas de l'écran (boutons inaccessibles) — corrigé sur l'ensemble de l'application.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160520"/>
            <a:ext cx="54864" cy="1097280"/>
          </a:xfrm>
          <a:prstGeom prst="rect">
            <a:avLst/>
          </a:prstGeom>
          <a:solidFill>
            <a:srgbClr val="1D6FE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7024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Cohérence visuelle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61772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Logo recentré sur toutes les pages, sélecteur de langue simplifié (5 langues, sans drapeaux), adresse d'entreprise simplifiée en une ligne.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9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API, logique métier et intégrations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mise(s) à jour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5E6D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A4C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Fondations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Mise en place initiale de l'application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 Next.js App Router, authentification, base de données JSON locale et première version des modules Devis, Chantiers, Équipe, Planning.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Fiabilisation de l'envoi d'email (SMTP Gmail)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 dynamique de nodemailer compatible Vercel (ES modules), configuration complète (TLS, authentification).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5E6D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A4C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Génération PDF des devis réparée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génération/aperçu PDF lisait encore l'ancien fichier JSON local et ne trouvait plus les devis créés depuis la migration Supabase ; corrigée pour lire directement la table partagée.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Versioning et sauvegarde complète du devis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numéro de version s'incrémente à chaque enregistrement manuel ; les notes, majorations/minorations et le taux de TVA choisi, qui se perdaient silencieusement, sont désormais bien sauvegardés.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16052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7024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Taux horaire par défaut sur la bibliothèque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61772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taux horaire du profil entreprise sert désormais de valeur par défaut pour chaque ouvrage (liste, création, édition, calcul du coût main d'œuvre).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5E6D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A4C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Chantiers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Correction d'un bug bloquant majeur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chantier ne pouvait être consulté que si son devis était déjà signé par le client, empêchant toute préparation en amont. Corrigé : la fiche chantier est désormais accessible dès sa création.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Dépenses liées à un ouvrage précis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L'API des dépenses accepte désormais un identifiant de tâche (ouvrage) en plus du chantier, pour un suivi financier plus fin.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5E6D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A4C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Équipe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types de pointage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Heures de travail, jour de travail, forfait, ouvrage, passage, déplacement — chacun avec date et montant ; le montant des heures est calculé automatiquement à partir du taux horaire de l'ouvrier.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Alertes automatiques de dépassement / manque d'heures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fin de chaque semaine, si le total travaillé diffère du contrat de plus de 15 minutes, une notification est envoyée automatiquement à l'entreprise (une seule fois par semaine et par ouvrier).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16052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7024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PDF du relevé d'heures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61772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Génération d'un PDF mensuel par ouvrier : détail par journée/type de pointage, totaux hebdomadaires, total du mois en heures et en montant — pensé pour la comptabilité et la gestion de la paie.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5E6D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A4C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Notifications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Envoi d'email réel à la signature du devis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premier envoi des identifiants client déclenche désormais un vrai email (SMTP), et plus seulement une file d'attente locale.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5E6D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A4C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Signature &amp; portails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Signature client branchée sur Supabase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client qui signe un devis n'a pas de session Kôji : une clé technique dédiée (service_role) permet de retrouver et mettre à jour son devis directement dans la base partagée.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complet du portail client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Plusieurs routes (connexion client, devis/tâches/notes du portail, création de factures) lisaient encore l'ancien fichier JSON local et ne trouvaient plus aucune donnée récente depuis la migration Supabase des devis — toutes corrigées.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16052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27024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Suivi du temps par ouvrage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461772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Boutons Démarrer / Pause / Reprendre / Terminer par tâche, avec calcul automatique du temps consommé et alerte en cas de dépassement du temps prévu.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5E6D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A4C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Accueil &amp; stabilité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Reconnexion automatique de session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session expirée (~1h) provoquait des échecs silencieux à l'enregistrement (profil, IBAN, devis) sans reconnexion automatique ; la détection couvre désormais tous les cas d'expiration.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26080"/>
            <a:ext cx="54864" cy="1097280"/>
          </a:xfrm>
          <a:prstGeom prst="rect">
            <a:avLst/>
          </a:prstGeom>
          <a:solidFill>
            <a:srgbClr val="9A4C1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358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Corrections de plantages ponctuels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3832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Plusieurs erreurs bloquantes corrigées au fil des tests (références de code manquantes, composants mal placés).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38664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de données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9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Modèle de données et infrastructure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mise(s) à jour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6EFE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866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DONNÉES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Fondations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3866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Connexion Vercel / configuration environnement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Correction de la configuration d'authentification et du SMTP sur l'environnement de production Vercel.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6EFE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866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DONNÉES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3866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des devis vers Supabase (table partagée)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devis créés sur le site web et sur l'application mobile (Firas) vivent désormais dans la même table Supabase 'quotes', avec un mapping bidirectionnel dédié (lib/quote-mapping.js).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6EFE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866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DONNÉES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Chantiers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3866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Connexion Supabase : chantiers, planning, fournitures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Ces trois modules sont branchés sur la base partagée avec l'application mobile ; les comptes utilisateurs sont également partagés entre les deux plateformes.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6EFE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866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DONNÉES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Équipe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3866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Nouvelle donnée : heures contractuelles par ouvrier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Ajout d'un paramètre 'heures contractuelles / semaine' (35h par défaut) sur chaque fiche ouvrier, utilisé pour le calcul des écarts.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6EFE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866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DONNÉES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Accueil &amp; stabilité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4864" cy="1097280"/>
          </a:xfrm>
          <a:prstGeom prst="rect">
            <a:avLst/>
          </a:prstGeom>
          <a:solidFill>
            <a:srgbClr val="3866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0136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Nettoyage du backend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complet des routes serveur : suppression du code mort (module Marketplace), vérification de la cohérence entre données locales et données Supabase sur l'ensemble de l'application.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Kôji Web — Récapitulatif technique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C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9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généré automatiquement à partir de l'historique de développement du projet.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Kôji Web — Récapitulatif technique</dc:title>
  <dc:subject>PptxGenJS Presentation</dc:subject>
  <dc:creator>Équipe développement Kôji Web</dc:creator>
  <cp:lastModifiedBy>Équipe développement Kôji Web</cp:lastModifiedBy>
  <cp:revision>1</cp:revision>
  <dcterms:created xsi:type="dcterms:W3CDTF">2026-07-30T18:11:44Z</dcterms:created>
  <dcterms:modified xsi:type="dcterms:W3CDTF">2026-07-30T18:11:44Z</dcterms:modified>
</cp:coreProperties>
</file>