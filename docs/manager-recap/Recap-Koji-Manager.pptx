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110</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55</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55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L'icône de profil de l'espace client ouvre désormais le même menu tiroir (glissant depuis la gauche) que côté entreprise, avec Accueil / Devis / Chantiers / Paramètres / Déconnexion, au lieu de mener directement au profil.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2026-08-19T11:46:48Z</dcterms:created>
  <dcterms:modified xsi:type="dcterms:W3CDTF">2026-08-19T11:46:48Z</dcterms:modified>
</cp:coreProperties>
</file>