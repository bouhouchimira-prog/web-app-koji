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KÔJI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Kôji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Kôji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72</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36</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28</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8</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36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28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Kôji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8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Kôji Web — Récapitulatif technique</dc:title>
  <dc:subject>PptxGenJS Presentation</dc:subject>
  <dc:creator>Équipe développement Kôji Web</dc:creator>
  <cp:lastModifiedBy>Équipe développement Kôji Web</cp:lastModifiedBy>
  <cp:revision>1</cp:revision>
  <dcterms:created xsi:type="dcterms:W3CDTF">2026-08-12T11:16:37Z</dcterms:created>
  <dcterms:modified xsi:type="dcterms:W3CDTF">2026-08-12T11:16:37Z</dcterms:modified>
</cp:coreProperties>
</file>