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125</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64</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50</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2026-08-25T14:36:03Z</dcterms:created>
  <dcterms:modified xsi:type="dcterms:W3CDTF">2026-08-25T14:36:03Z</dcterms:modified>
</cp:coreProperties>
</file>